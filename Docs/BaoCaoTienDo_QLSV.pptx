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73152" cy="256032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HỆ THỐNG QUẢN LÝ SINH VIÊN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060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3CB371"/>
                </a:solidFill>
                <a:latin typeface="Segoe UI"/>
              </a:defRPr>
            </a:pPr>
            <a:r>
              <a:t>Báo cáo tiến độ dự án cuối kì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461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EBED2"/>
                </a:solidFill>
                <a:latin typeface="Segoe UI"/>
              </a:defRPr>
            </a:pPr>
            <a:r>
              <a:t>Nhóm MRBEAST  ·  Trường Đại học Thủ Dầu Một  ·  16/05/2026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251960"/>
            <a:ext cx="3154680" cy="1417320"/>
          </a:xfrm>
          <a:prstGeom prst="roundRect">
            <a:avLst/>
          </a:prstGeom>
          <a:solidFill>
            <a:srgbClr val="2D2C5A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434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3CB371"/>
                </a:solidFill>
                <a:latin typeface="Segoe UI"/>
              </a:defRPr>
            </a:pPr>
            <a: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8463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WinForms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251960"/>
            <a:ext cx="3154680" cy="1417320"/>
          </a:xfrm>
          <a:prstGeom prst="roundRect">
            <a:avLst/>
          </a:prstGeom>
          <a:solidFill>
            <a:srgbClr val="2D2C5A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434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3CB371"/>
                </a:solidFill>
                <a:latin typeface="Segoe UI"/>
              </a:defRPr>
            </a:pPr>
            <a:r>
              <a:t>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8463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ASP.NET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4251960"/>
            <a:ext cx="3154680" cy="1417320"/>
          </a:xfrm>
          <a:prstGeom prst="roundRect">
            <a:avLst/>
          </a:prstGeom>
          <a:solidFill>
            <a:srgbClr val="2D2C5A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4434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3CB371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48463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SQL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t>PHẦN MỞ ĐẦU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Nội dung trình bày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TDMU  |  Hệ thống Quản lý Sinh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34440"/>
            <a:ext cx="502920" cy="438912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9304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289304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t>Giới thiệu đề tài và mục tiêu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764792"/>
            <a:ext cx="502920" cy="438912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19656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819656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t>Cấu trúc thư mục dự án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295144"/>
            <a:ext cx="502920" cy="438912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50008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35000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t>Kiến trúc 3 tầng và pipeline xử lý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825496"/>
            <a:ext cx="502920" cy="438912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80360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88036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t>Ứng dụng làm gì? (chức năng chính)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55848"/>
            <a:ext cx="502920" cy="438912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410712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41071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t>Tiến độ Client (giao diện)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886200"/>
            <a:ext cx="502920" cy="438912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41064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941064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t>Tiến độ Server (API)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16552"/>
            <a:ext cx="502920" cy="438912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471416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471416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t>Cơ sở dữ liệu: bảng, SP, trigger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946904"/>
            <a:ext cx="502920" cy="438912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001768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VIII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00176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t>Luồng cập nhật điểm và trigger tự động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477256"/>
            <a:ext cx="502920" cy="438912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532120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553212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2626"/>
                </a:solidFill>
                <a:latin typeface="Segoe UI"/>
              </a:defRPr>
            </a:pPr>
            <a:r>
              <a:t>Demo và kế hoạch tiếp theo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Giới thiệu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t>Đề tài và mục tiêu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t>PHAN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Gioi thieu de tai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TDMU  |  Hệ thống Quản lý Sinh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2/16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600">
                <a:solidFill>
                  <a:srgbClr val="262626"/>
                </a:solidFill>
                <a:latin typeface="Segoe UI"/>
              </a:defRPr>
            </a:pPr>
            <a:r>
              <a:t>Ten de tai: Quan ly Sinh vien (QLSV)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600">
                <a:solidFill>
                  <a:srgbClr val="262626"/>
                </a:solidFill>
                <a:latin typeface="Segoe UI"/>
              </a:defRPr>
            </a:pPr>
            <a:r>
              <a:t>Cong nghe: C# WinForms + ASP.NET Core + SQL Server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600">
                <a:solidFill>
                  <a:srgbClr val="262626"/>
                </a:solidFill>
                <a:latin typeface="Segoe UI"/>
              </a:defRPr>
            </a:pPr>
            <a:r>
              <a:t>Muc tieu: So hoa quan ly SV, mon hoc, diem, xep hang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600">
                <a:solidFill>
                  <a:srgbClr val="262626"/>
                </a:solidFill>
                <a:latin typeface="Segoe UI"/>
              </a:defRPr>
            </a:pPr>
            <a:r>
              <a:t>Pham vi: 3 tang Client - Server - Database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600">
                <a:solidFill>
                  <a:srgbClr val="262626"/>
                </a:solidFill>
                <a:latin typeface="Segoe UI"/>
              </a:defRPr>
            </a:pPr>
            <a:r>
              <a:t>Thoi gian: ~2-3 tuan (dang tich hop)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234440"/>
            <a:ext cx="5120640" cy="4480560"/>
          </a:xfrm>
          <a:prstGeom prst="roundRect">
            <a:avLst/>
          </a:prstGeom>
          <a:solidFill>
            <a:srgbClr val="FCFCFE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15468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96973"/>
                </a:solidFill>
                <a:latin typeface="Segoe UI"/>
              </a:defRPr>
            </a:pPr>
            <a:r>
              <a:t>[ Chèn hình ảnh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52044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E8B57"/>
                </a:solidFill>
                <a:latin typeface="Segoe UI"/>
              </a:defRPr>
            </a:pPr>
            <a:r>
              <a:t>Logo TDMU / anh nhom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t>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Cấu trúc dự 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t>Thư mục và phân chia công việc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t>PHAN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Cau truc thu muc du 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TDMU  |  Hệ thống Quản lý Sinh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3/16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88720"/>
            <a:ext cx="5852160" cy="4892040"/>
          </a:xfrm>
          <a:prstGeom prst="roundRect">
            <a:avLst/>
          </a:prstGeom>
          <a:solidFill>
            <a:srgbClr val="F0F2F8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25880"/>
            <a:ext cx="54864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626"/>
                </a:solidFill>
                <a:latin typeface="Consolas"/>
              </a:defRPr>
            </a:pPr>
            <a:r>
              <a:t>QLSV_System/</a:t>
            </a:r>
            <a:br/>
            <a:r>
              <a:t>├── Client/          # WinForms - giao dien</a:t>
            </a:r>
            <a:br/>
            <a:r>
              <a:t>│   ├── View/        # frmLogin, frmMain, frmSv...</a:t>
            </a:r>
            <a:br/>
            <a:r>
              <a:t>│   ├── Controller/  # MainController</a:t>
            </a:r>
            <a:br/>
            <a:r>
              <a:t>│   └── Helper/</a:t>
            </a:r>
            <a:br/>
            <a:r>
              <a:t>├── Server/          # ASP.NET Core API</a:t>
            </a:r>
            <a:br/>
            <a:r>
              <a:t>│   ├── Controllers/ # (dang mo rong)</a:t>
            </a:r>
            <a:br/>
            <a:r>
              <a:t>│   └── Program.cs</a:t>
            </a:r>
            <a:br/>
            <a:r>
              <a:t>├── Database/        # SQL scripts</a:t>
            </a:r>
            <a:br/>
            <a:r>
              <a:t>│   ├── CSDL.sql</a:t>
            </a:r>
            <a:br/>
            <a:r>
              <a:t>│   ├── Procetures/</a:t>
            </a:r>
            <a:br/>
            <a:r>
              <a:t>│   ├── Functions/</a:t>
            </a:r>
            <a:br/>
            <a:r>
              <a:t>│   ├── Triggers/</a:t>
            </a:r>
            <a:br/>
            <a:r>
              <a:t>│   └── Views/</a:t>
            </a:r>
            <a:br/>
            <a:r>
              <a:t>└── Shared/          # Model dung chung</a:t>
            </a:r>
            <a:br/>
            <a:r>
              <a:t>    └── Objects/     # SinhVien, MonHoc...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2344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Client: hoan thien UI, chua goi API that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Server: khung ASP.NET, chua co Repository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Database: tap trung logic nghiep vu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Shared: DTO/model cho Client va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114800"/>
            <a:ext cx="5029200" cy="1920240"/>
          </a:xfrm>
          <a:prstGeom prst="roundRect">
            <a:avLst/>
          </a:prstGeom>
          <a:solidFill>
            <a:srgbClr val="FCFCFE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7548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96973"/>
                </a:solidFill>
                <a:latin typeface="Segoe UI"/>
              </a:defRPr>
            </a:pPr>
            <a:r>
              <a:t>[ Chèn hình ảnh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1206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E8B57"/>
                </a:solidFill>
                <a:latin typeface="Segoe UI"/>
              </a:defRPr>
            </a:pPr>
            <a:r>
              <a:t>Screenshot Solution Explorer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t>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Kiến trúc &amp;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t>Luồng xử lý yêu cầu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t>PHAN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Pipeline xu ly yeu cau (thiet ke)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TDMU  |  Hệ thống Quản lý Sinh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4/16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828800"/>
            <a:ext cx="17830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828800"/>
            <a:ext cx="1783080" cy="347472"/>
          </a:xfrm>
          <a:prstGeom prst="round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87452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6771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1E44"/>
                </a:solidFill>
                <a:latin typeface="Segoe UI"/>
              </a:defRPr>
            </a:pPr>
            <a:r>
              <a:t>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97480"/>
            <a:ext cx="1600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62626"/>
                </a:solidFill>
                <a:latin typeface="Segoe UI"/>
              </a:defRPr>
            </a:pPr>
            <a:r>
              <a:t>User bam Luu diem</a:t>
            </a:r>
            <a:br/>
            <a:r>
              <a:t>frmChitietDiem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" y="292608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CB371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95728" y="1828800"/>
            <a:ext cx="17830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95728" y="1828800"/>
            <a:ext cx="1783080" cy="347472"/>
          </a:xfrm>
          <a:prstGeom prst="round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95728" y="187452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226771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1E44"/>
                </a:solidFill>
                <a:latin typeface="Segoe UI"/>
              </a:defRPr>
            </a:pPr>
            <a:r>
              <a:t>HTTP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2697480"/>
            <a:ext cx="1600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62626"/>
                </a:solidFill>
                <a:latin typeface="Segoe UI"/>
              </a:defRPr>
            </a:pPr>
            <a:r>
              <a:t>POST /api/diem</a:t>
            </a:r>
            <a:br/>
            <a:r>
              <a:t>(JSON MaSV, MaMH, diem...)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5384" y="292608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CB371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9976" y="1828800"/>
            <a:ext cx="17830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79976" y="1828800"/>
            <a:ext cx="1783080" cy="347472"/>
          </a:xfrm>
          <a:prstGeom prst="round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9976" y="187452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226771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1E44"/>
                </a:solidFill>
                <a:latin typeface="Segoe UI"/>
              </a:defRPr>
            </a:pPr>
            <a:r>
              <a:t>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1416" y="2697480"/>
            <a:ext cx="1600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62626"/>
                </a:solidFill>
                <a:latin typeface="Segoe UI"/>
              </a:defRPr>
            </a:pPr>
            <a:r>
              <a:t>Controller -&gt;</a:t>
            </a:r>
            <a:br/>
            <a:r>
              <a:t>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292608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CB371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64224" y="1828800"/>
            <a:ext cx="17830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64224" y="1828800"/>
            <a:ext cx="1783080" cy="347472"/>
          </a:xfrm>
          <a:prstGeom prst="round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226771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1E44"/>
                </a:solidFill>
                <a:latin typeface="Segoe UI"/>
              </a:defRPr>
            </a:pPr>
            <a:r>
              <a:t>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2697480"/>
            <a:ext cx="1600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62626"/>
                </a:solidFill>
                <a:latin typeface="Segoe UI"/>
              </a:defRPr>
            </a:pPr>
            <a:r>
              <a:t>EXEC CapNhatDiem</a:t>
            </a:r>
            <a:br/>
            <a:r>
              <a:t>@MaSV, @MaMH...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292608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CB371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8472" y="1828800"/>
            <a:ext cx="17830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48472" y="1828800"/>
            <a:ext cx="1783080" cy="347472"/>
          </a:xfrm>
          <a:prstGeom prst="round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8472" y="187452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2" y="226771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1E44"/>
                </a:solidFill>
                <a:latin typeface="Segoe UI"/>
              </a:defRPr>
            </a:pPr>
            <a:r>
              <a:t>Trigger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9912" y="2697480"/>
            <a:ext cx="1600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62626"/>
                </a:solidFill>
                <a:latin typeface="Segoe UI"/>
              </a:defRPr>
            </a:pPr>
            <a:r>
              <a:t>trg_DiemThi_</a:t>
            </a:r>
            <a:br/>
            <a:r>
              <a:t>TinhTongKet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128" y="292608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CB371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32720" y="1828800"/>
            <a:ext cx="17830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332720" y="1828800"/>
            <a:ext cx="1783080" cy="347472"/>
          </a:xfrm>
          <a:prstGeom prst="round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720" y="187452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2267712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1E44"/>
                </a:solidFill>
                <a:latin typeface="Segoe UI"/>
              </a:defRPr>
            </a:pPr>
            <a:r>
              <a:t>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2697480"/>
            <a:ext cx="1600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62626"/>
                </a:solidFill>
                <a:latin typeface="Segoe UI"/>
              </a:defRPr>
            </a:pPr>
            <a:r>
              <a:t>Cap nhat TongKet,</a:t>
            </a:r>
            <a:br/>
            <a:r>
              <a:t>GPA, HocLuc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4709160"/>
            <a:ext cx="10972800" cy="685800"/>
          </a:xfrm>
          <a:prstGeom prst="roundRect">
            <a:avLst/>
          </a:prstGeom>
          <a:solidFill>
            <a:srgbClr val="E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482803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E8B57"/>
                </a:solidFill>
                <a:latin typeface="Segoe UI"/>
              </a:defRPr>
            </a:pPr>
            <a:r>
              <a:t>Hien tai: UI + Database san sang  |  Server dang xay dung lop goi procedure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t>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Chức năng ứng dụng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t>Ứng dụng làm gì?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t>PHAN 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Ung dung lam gi?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TDMU  |  Hệ thống Quản lý Sinh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5/16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234440"/>
            <a:ext cx="5349240" cy="384048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28930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Quan ly 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3736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Segoe UI"/>
              </a:defRPr>
            </a:pPr>
            <a:r>
              <a:t>Them, sua, tim kiem, loc lop, xoa hang loat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234440"/>
            <a:ext cx="5349240" cy="384048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8930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Quan ly 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73736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Segoe UI"/>
              </a:defRPr>
            </a:pPr>
            <a:r>
              <a:t>CRUD mon hoc, dang ky mon cho 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7472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3474720"/>
            <a:ext cx="5349240" cy="384048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2958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Diem 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7764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Segoe UI"/>
              </a:defRPr>
            </a:pPr>
            <a:r>
              <a:t>Nhap QT/GK/CK, xem GPA, hoc luc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47472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3474720"/>
            <a:ext cx="5349240" cy="384048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52958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Bao cao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7764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2626"/>
                </a:solidFill>
                <a:latin typeface="Segoe UI"/>
              </a:defRPr>
            </a:pPr>
            <a:r>
              <a:t>Xep hang, hoc bong, canh bao hoc vu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Tiến độ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t>Giao diện WinForms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t>PHAN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Tien do 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TDMU  |  Hệ thống Quản lý Sinh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6/16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frmLogin - xac thuc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frmMain - menu dieu huong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frmSv - danh sach, loc lop, tim kiem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frmChitietSinhVien - ho so, bang diem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frmMonHoc - CRUD mon hoc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frmXepHang - bao cao, thong ke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Trang thai: ~90%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43000"/>
            <a:ext cx="5486400" cy="4846320"/>
          </a:xfrm>
          <a:prstGeom prst="roundRect">
            <a:avLst/>
          </a:prstGeom>
          <a:solidFill>
            <a:srgbClr val="FCFCFE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2461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96973"/>
                </a:solidFill>
                <a:latin typeface="Segoe UI"/>
              </a:defRPr>
            </a:pPr>
            <a:r>
              <a:t>[ Chèn hình ảnh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6118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E8B57"/>
                </a:solidFill>
                <a:latin typeface="Segoe UI"/>
              </a:defRPr>
            </a:pPr>
            <a:r>
              <a:t>frmMain + frmSv (screenshot)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t>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Tiến độ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t>ASP.NET Core 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t>PHAN 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Tien do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TDMU  |  Hệ thống Quản lý Sinh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7/16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ASP.NET Core Web API (net10)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Controllers + OpenAPI (hien co mau)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Ke hoach: Repository -&gt; goi Stored Procedure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Database Manager (SqlConnection pool)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Middleware xu ly loi, JSON packet chuan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500">
                <a:solidFill>
                  <a:srgbClr val="262626"/>
                </a:solidFill>
                <a:latin typeface="Segoe UI"/>
              </a:defRPr>
            </a:pPr>
            <a:r>
              <a:t>JWT / validation (giai doan sau)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5212080" cy="2194560"/>
          </a:xfrm>
          <a:prstGeom prst="roundRect">
            <a:avLst/>
          </a:prstGeom>
          <a:solidFill>
            <a:srgbClr val="F0F2F8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25880"/>
            <a:ext cx="48463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Consolas"/>
              </a:defRPr>
            </a:pPr>
            <a:r>
              <a:t>Client --HTTP--&gt; Controller</a:t>
            </a:r>
            <a:br/>
            <a:r>
              <a:t>       |</a:t>
            </a:r>
            <a:br/>
            <a:r>
              <a:t>  Repository</a:t>
            </a:r>
            <a:br/>
            <a:r>
              <a:t>       |</a:t>
            </a:r>
            <a:br/>
            <a:r>
              <a:t>  EXEC SP --&gt; SQL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566160"/>
            <a:ext cx="5212080" cy="2377440"/>
          </a:xfrm>
          <a:prstGeom prst="roundRect">
            <a:avLst/>
          </a:prstGeom>
          <a:solidFill>
            <a:srgbClr val="FCFCFE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4348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96973"/>
                </a:solidFill>
                <a:latin typeface="Segoe UI"/>
              </a:defRPr>
            </a:pPr>
            <a:r>
              <a:t>[ Chèn hình ảnh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80060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E8B57"/>
                </a:solidFill>
                <a:latin typeface="Segoe UI"/>
              </a:defRPr>
            </a:pPr>
            <a:r>
              <a:t>So do kien truc Server (ve them)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t>VII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Cơ sở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t>Schema và logic SQL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t>PHAN VII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 so du lieu - Bang chinh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TDMU  |  Hệ thống Quản lý Sinh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8/16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2011680" cy="658368"/>
          </a:xfrm>
          <a:prstGeom prst="round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62456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SinhVien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234440"/>
            <a:ext cx="8686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380744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Segoe UI"/>
              </a:defRPr>
            </a:pPr>
            <a:r>
              <a:t>MaSV, HoTen, MaLop, DiemTB, HocLuc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39112"/>
            <a:ext cx="2011680" cy="658368"/>
          </a:xfrm>
          <a:prstGeom prst="round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167128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MonHoc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2039112"/>
            <a:ext cx="8686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185416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Segoe UI"/>
              </a:defRPr>
            </a:pPr>
            <a:r>
              <a:t>MaMH, TenMH, SoTinChi, GiangVien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843784"/>
            <a:ext cx="2011680" cy="658368"/>
          </a:xfrm>
          <a:prstGeom prst="round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9718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DiemThi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2843784"/>
            <a:ext cx="8686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2990088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Segoe UI"/>
              </a:defRPr>
            </a:pPr>
            <a:r>
              <a:t>MaSV, MaMH, QT, GK, CK, TongKet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648456"/>
            <a:ext cx="2011680" cy="658368"/>
          </a:xfrm>
          <a:prstGeom prst="round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776472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LopHoc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3648456"/>
            <a:ext cx="8686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379476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Segoe UI"/>
              </a:defRPr>
            </a:pPr>
            <a:r>
              <a:t>MaLop, TenLop, Khoa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453128"/>
            <a:ext cx="2011680" cy="658368"/>
          </a:xfrm>
          <a:prstGeom prst="round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581144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TaiKhoan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4453128"/>
            <a:ext cx="8686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4599432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Segoe UI"/>
              </a:defRPr>
            </a:pPr>
            <a:r>
              <a:t>Dang nhap, QuyenHan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486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96973"/>
                </a:solidFill>
                <a:latin typeface="Segoe UI"/>
              </a:defRPr>
            </a:pPr>
            <a:r>
              <a:t>Du lieu mau: 20 SV, 15 mon, 5 lop  |  FK + CHECK diem 0-10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t>PHAN VII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Database - SP, Function, Trigger,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TDMU  |  Hệ thống Quản lý Sinh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9/16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26974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234440"/>
            <a:ext cx="2697480" cy="365760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8016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Procedure (9)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91640"/>
            <a:ext cx="2423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100">
                <a:solidFill>
                  <a:srgbClr val="262626"/>
                </a:solidFill>
                <a:latin typeface="Segoe UI"/>
              </a:defRPr>
            </a:pPr>
            <a:r>
              <a:t>XacThucDangNhap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100">
                <a:solidFill>
                  <a:srgbClr val="262626"/>
                </a:solidFill>
                <a:latin typeface="Segoe UI"/>
              </a:defRPr>
            </a:pPr>
            <a:r>
              <a:t>LayDanhSachSinhVien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100">
                <a:solidFill>
                  <a:srgbClr val="262626"/>
                </a:solidFill>
                <a:latin typeface="Segoe UI"/>
              </a:defRPr>
            </a:pPr>
            <a:r>
              <a:t>TimKiemSinhVien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100">
                <a:solidFill>
                  <a:srgbClr val="262626"/>
                </a:solidFill>
                <a:latin typeface="Segoe UI"/>
              </a:defRPr>
            </a:pPr>
            <a:r>
              <a:t>ThemSinhVien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100">
                <a:solidFill>
                  <a:srgbClr val="262626"/>
                </a:solidFill>
                <a:latin typeface="Segoe UI"/>
              </a:defRPr>
            </a:pPr>
            <a:r>
              <a:t>CapNhatDiem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100">
                <a:solidFill>
                  <a:srgbClr val="262626"/>
                </a:solidFill>
                <a:latin typeface="Segoe UI"/>
              </a:defRPr>
            </a:pPr>
            <a:r>
              <a:t>TinhDiemTrungBinh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100">
                <a:solidFill>
                  <a:srgbClr val="262626"/>
                </a:solidFill>
                <a:latin typeface="Segoe UI"/>
              </a:defRPr>
            </a:pPr>
            <a:r>
              <a:t>LayBaoCaoXepHang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100">
                <a:solidFill>
                  <a:srgbClr val="262626"/>
                </a:solidFill>
                <a:latin typeface="Segoe UI"/>
              </a:defRPr>
            </a:pPr>
            <a:r>
              <a:t>DemSinhVienGioi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100">
                <a:solidFill>
                  <a:srgbClr val="262626"/>
                </a:solidFill>
                <a:latin typeface="Segoe UI"/>
              </a:defRPr>
            </a:pPr>
            <a:r>
              <a:t>LayDanhSachMonHoc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234440"/>
            <a:ext cx="26974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1234440"/>
            <a:ext cx="2697480" cy="365760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28016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Function (2)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1691640"/>
            <a:ext cx="2423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100">
                <a:solidFill>
                  <a:srgbClr val="262626"/>
                </a:solidFill>
                <a:latin typeface="Segoe UI"/>
              </a:defRPr>
            </a:pPr>
            <a:r>
              <a:t>fn_TinhDiemTongKet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100">
                <a:solidFill>
                  <a:srgbClr val="262626"/>
                </a:solidFill>
                <a:latin typeface="Segoe UI"/>
              </a:defRPr>
            </a:pPr>
            <a:r>
              <a:t>fn_XepLoaiHocLuc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234440"/>
            <a:ext cx="26974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1234440"/>
            <a:ext cx="2697480" cy="365760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8016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Trigger (1)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691640"/>
            <a:ext cx="2423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100">
                <a:solidFill>
                  <a:srgbClr val="262626"/>
                </a:solidFill>
                <a:latin typeface="Segoe UI"/>
              </a:defRPr>
            </a:pPr>
            <a:r>
              <a:t>trg_DiemThi_TinhTongKet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234440"/>
            <a:ext cx="26974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35440" y="1234440"/>
            <a:ext cx="2697480" cy="365760"/>
          </a:xfrm>
          <a:prstGeom prst="round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28016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View (2)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691640"/>
            <a:ext cx="2423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100">
                <a:solidFill>
                  <a:srgbClr val="262626"/>
                </a:solidFill>
                <a:latin typeface="Segoe UI"/>
              </a:defRPr>
            </a:pPr>
            <a:r>
              <a:t>vw_BangXepHang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100">
                <a:solidFill>
                  <a:srgbClr val="262626"/>
                </a:solidFill>
                <a:latin typeface="Segoe UI"/>
              </a:defRPr>
            </a:pPr>
            <a:r>
              <a:t>vw_BaoCaoThanhTich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t>PHAN VII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Cong thuc tinh diem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TDMU  |  Hệ thống Quản lý Sinh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10/16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1E44"/>
                </a:solidFill>
                <a:latin typeface="Segoe UI"/>
              </a:defRPr>
            </a:pPr>
            <a:r>
              <a:t>Diem mon = QT x 20% + GK x 30% + CK x 50%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2316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1E44"/>
                </a:solidFill>
                <a:latin typeface="Segoe UI"/>
              </a:defRPr>
            </a:pPr>
            <a:r>
              <a:t>GPA = SUM(TongKet x TinChi) / SUM(TinChi)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576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Xuat sac &gt;= 9.0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Gioi &gt;= 8.0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Kha &gt;= 6.5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Trung binh &gt;= 5.0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Yeu &lt; 5.0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34440"/>
            <a:ext cx="5486400" cy="4572000"/>
          </a:xfrm>
          <a:prstGeom prst="roundRect">
            <a:avLst/>
          </a:prstGeom>
          <a:solidFill>
            <a:srgbClr val="FCFCFE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96973"/>
                </a:solidFill>
                <a:latin typeface="Segoe UI"/>
              </a:defRPr>
            </a:pPr>
            <a:r>
              <a:t>[ Chèn hình ảnh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5661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E8B57"/>
                </a:solidFill>
                <a:latin typeface="Segoe UI"/>
              </a:defRPr>
            </a:pPr>
            <a:r>
              <a:t>frmChitietDiem - cong thuc 20-30-50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t>VIII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Trigger tự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t>Cập nhật điểm thời gian thực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t>PHAN VIII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Khi sua diem: Trigger tu dong tinh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TDMU  |  Hệ thống Quản lý Sinh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11/16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1. Giang vien / admin nhap diem QT, GK, CK tren form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2. Server goi: EXEC CapNhatDiem ...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3. INSERT hoac UPDATE bang DiemThi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4. Trigger AFTER INSERT/UPDATE kich hoat: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5.   -&gt; fn_TinhDiemTongKet (20-30-50%)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6.   -&gt; Cap nhat cot TongKet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7.   -&gt; Tinh GPA co trong so tin chi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8.   -&gt; fn_XepLoaiHocLuc -&gt; cap nhat SinhVien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9. Client chi can doc lai DiemTB, HocLuc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349240" cy="2926080"/>
          </a:xfrm>
          <a:prstGeom prst="roundRect">
            <a:avLst/>
          </a:prstGeom>
          <a:solidFill>
            <a:srgbClr val="F0F2F8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25880"/>
            <a:ext cx="50292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2626"/>
                </a:solidFill>
                <a:latin typeface="Consolas"/>
              </a:defRPr>
            </a:pPr>
            <a:r>
              <a:t>CREATE TRIGGER trg_DiemThi_TinhTongKet</a:t>
            </a:r>
            <a:br/>
            <a:r>
              <a:t>ON DiemThi AFTER INSERT, UPDATE</a:t>
            </a:r>
            <a:br/>
            <a:r>
              <a:t>AS</a:t>
            </a:r>
            <a:br/>
            <a:r>
              <a:t>  UPDATE DiemThi SET TongKet =</a:t>
            </a:r>
            <a:br/>
            <a:r>
              <a:t>    fn_TinhDiemTongKet(...)</a:t>
            </a:r>
            <a:br/>
            <a:r>
              <a:t>  UPDATE SinhVien SET</a:t>
            </a:r>
            <a:br/>
            <a:r>
              <a:t>    DiemTB = ..., HocLuc =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251960"/>
            <a:ext cx="5349240" cy="1600200"/>
          </a:xfrm>
          <a:prstGeom prst="roundRect">
            <a:avLst/>
          </a:prstGeom>
          <a:solidFill>
            <a:srgbClr val="FCFCFE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73202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96973"/>
                </a:solidFill>
                <a:latin typeface="Segoe UI"/>
              </a:defRPr>
            </a:pPr>
            <a:r>
              <a:t>[ Chèn hình ảnh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097780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E8B57"/>
                </a:solidFill>
                <a:latin typeface="Segoe UI"/>
              </a:defRPr>
            </a:pPr>
            <a:r>
              <a:t>frmChitietDiem.png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3CB371"/>
                </a:solidFill>
                <a:latin typeface="Segoe UI"/>
              </a:defRPr>
            </a:pPr>
            <a:r>
              <a:t>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Demo &amp; Kế hoạch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8C8DC"/>
                </a:solidFill>
                <a:latin typeface="Segoe UI"/>
              </a:defRPr>
            </a:pPr>
            <a:r>
              <a:t>Trình bày và hướng phát triển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t>PHAN 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Demo SQL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TDMU  |  Hệ thống Quản lý Sinh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12/16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88720"/>
            <a:ext cx="5669280" cy="4389120"/>
          </a:xfrm>
          <a:prstGeom prst="roundRect">
            <a:avLst/>
          </a:prstGeom>
          <a:solidFill>
            <a:srgbClr val="F0F2F8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25880"/>
            <a:ext cx="5303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2626"/>
                </a:solidFill>
                <a:latin typeface="Consolas"/>
              </a:defRPr>
            </a:pPr>
            <a:r>
              <a:t>EXEC LayBaoCaoXepHang</a:t>
            </a:r>
            <a:br/>
            <a:r>
              <a:t>  @CheDo = 'TOP';</a:t>
            </a:r>
            <a:br/>
            <a:br/>
            <a:r>
              <a:t>EXEC LayBaoCaoXepHang</a:t>
            </a:r>
            <a:br/>
            <a:r>
              <a:t>  @CheDo = 'CANHBAO';</a:t>
            </a:r>
            <a:br/>
            <a:br/>
            <a:r>
              <a:t>SELECT * FROM vw_BangXepHang;</a:t>
            </a:r>
            <a:br/>
            <a:br/>
            <a:r>
              <a:t>EXEC CapNhatDiem</a:t>
            </a:r>
            <a:br/>
            <a:r>
              <a:t>  @MaSV='SV001', @MaMH='IT03',</a:t>
            </a:r>
            <a:br/>
            <a:r>
              <a:t>  @DiemQuaTrinh=8, @DiemGiuaKi=8,</a:t>
            </a:r>
            <a:br/>
            <a:r>
              <a:t>  @DiemCuoiKi=9;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188720"/>
            <a:ext cx="5120640" cy="4389120"/>
          </a:xfrm>
          <a:prstGeom prst="roundRect">
            <a:avLst/>
          </a:prstGeom>
          <a:solidFill>
            <a:srgbClr val="FCFCFE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0632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96973"/>
                </a:solidFill>
                <a:latin typeface="Segoe UI"/>
              </a:defRPr>
            </a:pPr>
            <a:r>
              <a:t>[ Chèn hình ảnh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290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E8B57"/>
                </a:solidFill>
                <a:latin typeface="Segoe UI"/>
              </a:defRPr>
            </a:pPr>
            <a:r>
              <a:t>Screenshot SSMS ket qua query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t>PHAN 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Ke hoach tiep theo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TDMU  |  Hệ thống Quản lý Sinh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13/16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80160"/>
            <a:ext cx="1828800" cy="1691640"/>
          </a:xfrm>
          <a:prstGeom prst="round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745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Tuan nay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1280160"/>
            <a:ext cx="8778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Procedure Sua/Xoa SV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Noi Server: Login + DS SV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Test tren may nhom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154679"/>
            <a:ext cx="1828800" cy="1691640"/>
          </a:xfrm>
          <a:prstGeom prst="round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49039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Tuan sau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3154679"/>
            <a:ext cx="8778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3337559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Cap nhat diem end-to-end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Bao cao xep hang tren UI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400">
                <a:solidFill>
                  <a:srgbClr val="262626"/>
                </a:solidFill>
                <a:latin typeface="Segoe UI"/>
              </a:defRPr>
            </a:pPr>
            <a:r>
              <a:t>Chuan hoa JSON API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CB371"/>
                </a:solidFill>
                <a:latin typeface="Segoe UI"/>
              </a:defRPr>
            </a:pPr>
            <a:r>
              <a:t>PHAN 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Ket luan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TDMU  |  Hệ thống Quản lý Sinh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288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14/16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700">
                <a:solidFill>
                  <a:srgbClr val="262626"/>
                </a:solidFill>
                <a:latin typeface="Segoe UI"/>
              </a:defRPr>
            </a:pPr>
            <a:r>
              <a:t>Client: UI hoan thien, san sang tich hop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700">
                <a:solidFill>
                  <a:srgbClr val="262626"/>
                </a:solidFill>
                <a:latin typeface="Segoe UI"/>
              </a:defRPr>
            </a:pPr>
            <a:r>
              <a:t>Database: logic nghiep vu day du (SP, trigger, view)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700">
                <a:solidFill>
                  <a:srgbClr val="262626"/>
                </a:solidFill>
                <a:latin typeface="Segoe UI"/>
              </a:defRPr>
            </a:pPr>
            <a:r>
              <a:t>Server: buoc tiep theo - cau noi Client va DB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700">
                <a:solidFill>
                  <a:srgbClr val="262626"/>
                </a:solidFill>
                <a:latin typeface="Segoe UI"/>
              </a:defRPr>
            </a:pPr>
            <a:r>
              <a:t>Trigger dam bao tinh diem tu dong, giam loi tay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  <a:defRPr sz="1700">
                <a:solidFill>
                  <a:srgbClr val="262626"/>
                </a:solidFill>
                <a:latin typeface="Segoe UI"/>
              </a:defRPr>
            </a:pPr>
            <a:r>
              <a:t>Nhom tiep tuc hoan thien pipeline end-to-end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34440"/>
            <a:ext cx="5212080" cy="4114800"/>
          </a:xfrm>
          <a:prstGeom prst="roundRect">
            <a:avLst/>
          </a:prstGeom>
          <a:solidFill>
            <a:srgbClr val="FCFCFE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9718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96973"/>
                </a:solidFill>
                <a:latin typeface="Segoe UI"/>
              </a:defRPr>
            </a:pPr>
            <a:r>
              <a:t>[ Chèn hình ảnh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3756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E8B57"/>
                </a:solidFill>
                <a:latin typeface="Segoe UI"/>
              </a:defRPr>
            </a:pPr>
            <a:r>
              <a:t>Anh nhom / logo du 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0" y="2286000"/>
            <a:ext cx="8138160" cy="2286000"/>
          </a:xfrm>
          <a:prstGeom prst="roundRect">
            <a:avLst/>
          </a:prstGeom>
          <a:solidFill>
            <a:srgbClr val="2D2C5A"/>
          </a:solidFill>
          <a:ln w="12700">
            <a:solidFill>
              <a:srgbClr val="DA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0" y="2606040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CẢM ƠN THẦY VÀ CÁC BẠN!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342900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3CB371"/>
                </a:solidFill>
                <a:latin typeface="Segoe UI"/>
              </a:defRPr>
            </a:pPr>
            <a:r>
              <a:t>Hỏi &amp; đáp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